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503" r:id="rId2"/>
    <p:sldId id="356" r:id="rId3"/>
    <p:sldId id="463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559" r:id="rId13"/>
    <p:sldId id="560" r:id="rId14"/>
    <p:sldId id="561" r:id="rId15"/>
    <p:sldId id="564" r:id="rId16"/>
    <p:sldId id="565" r:id="rId17"/>
    <p:sldId id="5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02"/>
    <a:srgbClr val="8AAC46"/>
    <a:srgbClr val="E40524"/>
    <a:srgbClr val="34495E"/>
    <a:srgbClr val="0066FF"/>
    <a:srgbClr val="F8EDEC"/>
    <a:srgbClr val="D6B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3537" autoAdjust="0"/>
  </p:normalViewPr>
  <p:slideViewPr>
    <p:cSldViewPr>
      <p:cViewPr varScale="1">
        <p:scale>
          <a:sx n="57" d="100"/>
          <a:sy n="57" d="100"/>
        </p:scale>
        <p:origin x="96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06" units="1/cm"/>
          <inkml:channelProperty channel="F" name="resolution" value="5.68611" units="1/cm"/>
          <inkml:channelProperty channel="T" name="resolution" value="1" units="1/dev"/>
        </inkml:channelProperties>
      </inkml:inkSource>
      <inkml:timestamp xml:id="ts0" timeString="2021-08-18T03:50:50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7490 5653 242 0,'0'0'5'0,"0"0"-5"15,0 0-10-15,0 0 8 16,0 0-16-16,0 0-43 15,0 0-65-15</inkml:trace>
  <inkml:trace contextRef="#ctx0" brushRef="#br0" timeOffset="847.08">7490 5653 97 0,'-22'-55'98'16,"20"53"-30"-16,1 1-4 15,-1-1 28-15,1 2-31 0,1-2-36 16,0 2 10-16,0 0-1 16,0 0-9-16,0 0-17 15,0 0-1-15,0 0-7 16,0 0-6-16,3 0 4 15,19 0 2-15,14-5 10 16,10-2 3-16,10-4-8 16,0 0 0-16,-2-1 6 15,-9 2-5-15,-9 5-11 16,-7 0 9-16,-5 3-4 15,-6-1 0-15,-4-1 0 16,-4 1 10-16,-4 1-10 16,-2 0-3-16,-2 2 3 15,-1 0 1-15,-1-1 0 16,0 1-1-16,0 0 7 0,0 0-6 15,0 0 7-15,0 0 5 16,0 0-12-16,0 0 0 16,0 0 1-16,0 0 4 15,0 0-6-15,0 0-4 16,0 0 4-16,0 0 2 15,0 0-2-15,0 0 0 16,0 0 0-16,0 0 0 16,0 0 0-16,0 0-4 15,0 0 3-15,0 1 1 16,3 7-2-16,-1 6 1 15,1 6 1-15,1 3 1 0,1 9-1 16,1 2 1-16,1 3 5 16,-1 1-4-16,3 1 1 15,-3 3-2-15,1-3 0 16,1 0 0-16,0-3 1 15,-1-4 2-15,-1-6-4 16,0-2 0-16,-3-4 0 16,-2-4 0-16,-1-5 0 15,0-2 0-15,0-2-1 16,0-3 2-16,0-1-2 15,0-2 1-15,0 1 0 16,0-2 1-16,0 2-1 16,0-2 0-16,0 3 3 0,0-3-3 15,0 3-1 1,-1 0-1-16,-5 0 2 0,-2 0 6 15,0 4-6-15,-3-1 0 16,0-2 0-16,-3 1 2 16,-1 1 0-16,-3-3 4 15,1 0 2-15,-4 1-7 16,2-1 9-16,1-1-10 15,-1 0 6-15,5 0-4 16,1 0-2-16,7-2-1 16,1 0-1-16,5 0-14 15,0 0-42-15,0 0-64 16,2 0-53-16,9 0-58 15</inkml:trace>
  <inkml:trace contextRef="#ctx0" brushRef="#br0" timeOffset="4461.42">12406 6638 184 0,'0'0'187'0,"0"0"-158"15,0 0-20-15,0 0 12 16,0 0 50-16,0 0 17 15,0 0-22-15,-23 0-40 16,23 0 2-16,0 0 0 16,0 0 7-16,0 0-10 0,0 0-10 15,0 0-2 1,0 0 4-16,0 0-8 0,0 0-4 15,0 0-5-15,4 0 0 16,20 0 0-16,13 0 3 16,18-6 3-16,20-8 12 15,26-6-13-15,22-5-2 16,24-5-3-16,15-1 10 15,-1-2-10-15,-9 4 2 16,-25 4 0-16,-25 9-2 16,-28 4-3-16,-22 9 3 15,-18 0 7-15,-10 3-7 16,-7 0 0-16,-7 0 0 15,-4 0-3-15,-5 0 3 0,-1 0-1 16,0 0 1-16,0 0-3 16,0 0-10-16,0 0 6 15,0 0-3-15,-9 0-37 16,-9 0-179-16,-2 0-178 15</inkml:trace>
  <inkml:trace contextRef="#ctx0" brushRef="#br0" timeOffset="5268.52">12480 6232 346 0,'0'0'39'0,"0"0"-5"16,0 0-14-16,0 0 41 15,0 0-14-15,0 0-8 16,0-3-22-16,6 3-16 15,8 0 4-15,6 0 1 16,15-2 15-16,14-3 0 16,13-2-3-16,17-5 3 15,7-3-21-15,4 1 12 16,-5-1-11-16,-10 7 1 16,-16 2-1-16,-15 1 3 0,-16 3-8 15,-9-1 6-15,-10 1-4 16,-3 2 4-16,-4-1-2 15,-2 1 1-15,0 0 8 16,0 0-7-16,0 0 1 16,0 0-3-16,0 0-5 15,0 0-18-15,0 0-116 16,0 0-191-16</inkml:trace>
  <inkml:trace contextRef="#ctx0" brushRef="#br0" timeOffset="6542.65">12353 6702 298 0,'0'0'42'0,"0"0"-20"16,0 0-5-16,0 0 20 15,0 0 59-15,0 0-59 16,-12-6-31-16,12 6-3 15,-3-1 13-15,2 1 7 16,1 0 16-16,-2 0-11 16,-1 0-14-16,0-1 4 0,-2 1 1 15,1 0-13-15,-2 0-4 16,-1 0 2-16,1 0 2 15,0 0-10-15,0 0 12 16,1 0-8-16,4 0 0 16,1 0 0-16,0 0 0 15,0 0 1-15,0 0-1 16,0 0 0-16,0 0 0 15,0 0 0-15,0 0 8 16,0 0-5-16,0 0 0 16,0 0-3-16,15 0-3 15,13-1 0-15,12-6 6 16,6 0-7-16,1 1-11 15,-3 3-38-15,-6 0-88 0,-10 1-18 16,-9-1-115-16</inkml:trace>
  <inkml:trace contextRef="#ctx0" brushRef="#br0" timeOffset="8210.82">8133 6667 350 0,'0'0'52'0,"0"0"-45"16,0 0-6-16,0 0 49 16,0 0 17-16,0 0-13 15,-11 0-29-15,11 0-13 16,0 0 11-16,0 0 7 15,-1 0-2-15,1 0-18 16,0 0-9-16,0 0-1 16,6-2-8-16,17-7-70 15,14-7-109-15</inkml:trace>
  <inkml:trace contextRef="#ctx0" brushRef="#br0" timeOffset="11469.14">7998 6691 113 0,'0'0'212'0,"0"0"-182"16,0 0-26-16,0 0 11 16,0 0 72-16,0 0-36 15,0 0-29-15,-3 0-20 0,3 0 2 16,0 0 15-16,0 0 11 15,0 0-4-15,0 0-11 16,0 0 4-16,0 0 4 16,0 0-1-16,0 0 0 15,0 0-4-15,0 0-2 16,0 0 5-16,0 0-6 15,0 0-5-15,0 0 0 16,0-1-6-16,0-5-4 16,0-1-2-16,0-3 2 15,0-3-4-15,0-3 4 16,0-4-6-16,1-1 6 15,8-2 0-15,1 2 0 0,1 0-6 16,2 4 3 0,2 0-2-16,3 2 2 0,3-2-1 15,0 0 2-15,1-2-5 16,3 0 7-16,1 0 0 15,0-1-6-15,2-2 8 16,4 3-3-16,2-2 2 16,5 0 4-16,3 1-2 15,0 5 0-15,-5 2 0 16,-7 6-3-16,-5 5 0 15,-3-1-7-15,-3 3 7 16,-2 0 0-16,0 0-4 16,2 0 4-16,0 0 0 15,0 5-2-15,0 2 6 0,-2 1-8 16,-1-2 7-16,-3 0-6 15,2 1 5-15,-4-1-4 16,-4-2 4-16,0-2-4 16,-2 1 4-16,-1-3 0 15,1 2-2-15,1-2-2 16,0 0 2-16,3 0 1 15,-3 0-1-15,1 0 0 16,1 0 0-16,-1 0 4 16,-2 0-4-16,-1 0 0 15,-2 0 1-15,1 0 5 16,-3 0-6-16,1 0-2 15,-1 0 2-15,0 0 0 0,0 0 4 16,0 0-8 0,0 0 10-16,0 0-8 0,0 0 5 15,0 0 1-15,0 0-1 16,0 0 0-16,0 0-1 15,0-3-1-15,0-4-1 16,-3-2 0-16,-3 0-1 16,2-2 2-16,-3 2-1 15,3-1 9-15,-2 3-7 16,2 0 3-16,-2-1-1 15,1 3 8-15,-2-4-1 16,1 3-5-16,0-3 0 16,0 2 15-16,3 3-14 15,0 1-6-15,3 2 8 0,-2 1-2 16,2 0-6-16,0 0 9 15,0 0-6-15,0 0-4 16,0 0-4-16,0 0 4 16,0 0 0-16,0 0-10 15,0 0 8-15,13 2 2 16,6 9 0-16,3 1 1 15,2 1-6-15,1 0 9 16,-1-1-4-16,-4 2 3 16,-2-1-3-16,-5-3 0 15,-4 1-1-15,-5-5-5 16,-1-2 4-16,-1-1 2 15,-2-1 3-15,0-2-3 0,0 1-3 16,0 0 3 0,0 1 1-16,0 2 4 0,-12 1-1 15,-9 4-3-15,-4 1 0 16,-3 2-1-16,2 1 0 15,7 0-1-15,2 0 0 16,8 2-21-16,3 2-102 16,3-3-122-16</inkml:trace>
  <inkml:trace contextRef="#ctx0" brushRef="#br0" timeOffset="12668.26">9214 6704 378 0,'0'0'87'0,"0"0"-78"16,0 0-3-16,0 0 50 15,0 0 45-15,0 0-63 16,-2 0-23-16,2 0-12 15,11 0 8-15,8 0 9 16,10 0-4-16,19-5 11 16,15-3 1-16,20-1-19 15,22-8 0-15,22-7 3 16,14 1-9-16,4-3-3 15,-12 5 6-15,-22 4-1 0,-21 5 0 16,-22 2-10 0,-12 1 10-16,-11 3-4 0,-9 1-1 15,-10 2 2-15,-7 2-2 16,-9-1 4-16,-3 2-3 15,-6 0-1-15,-1 0 0 16,0 0-8-16,0 0 7 16,0 0-6-16,0 0-1 15,-11 0-24-15,-6 0-142 16,-4 0-173-16</inkml:trace>
  <inkml:trace contextRef="#ctx0" brushRef="#br0" timeOffset="13803.38">8248 7688 657 0,'0'0'61'16,"0"0"-54"-16,0 0-3 15,0 0 62-15,0 0-35 16,0 0-31-16,-2 0 7 16,11-9-7-16,4-1 2 15,0-2 1-15,-6 0-2 16,1-1 5-16,-5 1-5 15,-3-4 1-15,0 2 1 16,0 1 0-16,0 6-2 16,0 2 13-16,0 3 9 0,0 2-9 15,0 0-5-15,0 0 2 16,0 0-11-16,0 0-1 15,0 0-7-15,0 9 4 16,0 12-1-16,7 10 5 16,1 5 2-16,1 3-2 15,2 0 0-15,1-2 2 16,1-2-2-16,1-5-1 15,-3-3 1-15,-1-5-2 16,-4-4-8-16,-1-2-8 16,-2-4-2-16,0-2-2 15,-2-2 14-15,-1-3-9 16,0-1 12-16,0-2-3 0,0-2 8 15,-3 1 1-15,-9-1 0 16,-3 0-1-16,0 0 1 16,-3 0-1-16,3 0 0 15,-1 0 2-15,-2 0-2 16,2 4 0-16,0-1 6 15,2 3-6-15,3-2 0 16,6 0 2-16,3-4-2 16,2 0-2-16,0 0-2 15,0 0-2-15,16 0 4 16,11 0-3-16,5-7 5 15,2-3 11-15,-1-1-11 0,-3 2 0 16,-4 2 5 0,-3 1-3-16,-4 1-2 0,-4-1 0 15,-3 3-2-15,-4 1 2 16,-3 1-32-16,0 1 24 15,-4 0-52-15,1 0-62 16,-2 0-61-16</inkml:trace>
  <inkml:trace contextRef="#ctx0" brushRef="#br0" timeOffset="15550.55">12762 7646 575 0,'0'0'85'15,"0"0"-41"-15,0 0 12 16,0 0 20-16,0 0-20 15,0 0-15-15,-36-25-13 16,36 25-17-16,0 0 0 16,-2 0-10-16,-2 3-1 15,-2 18-3-15,-3 8 2 0,-1 10 1 16,5 0 2-16,3-1-2 15,2-4 0-15,2-5-1 16,19 0-2-16,7-6-11 16,8-3-34-16,7-6-33 15,-1-10-195-15,-3-4-69 16</inkml:trace>
  <inkml:trace contextRef="#ctx0" brushRef="#br0" timeOffset="16043.6">12990 7768 441 0,'0'0'39'16,"0"0"58"-16,0 0-52 0,0 0 0 15,0 0 29-15,0 0-39 16,3-50-28-16,10 50-7 15,7 0 2-15,0 0-4 16,0 3-5-16,-4 14 7 16,-2 5-1-16,-6 3 3 15,-5 3-1-15,-3 0 1 16,0-4-1-16,-6-4-1 15,-4-6 8-15,4-6-5 16,3-1 6-16,0-6-1 16,2-1 7-16,1 0 9 15,0-4 0-15,0-20-24 0,3-10-4 16,16-5 4-16,2-1 3 15,4 4-2-15,-2 9 5 16,-7 7-5-16,-1 11 9 16,-7 4-9-16,-1 5-1 15,-1 0-9-15,0 0-12 16,1 14 17-16,4 10 8 15,-2 2-4-15,0 5 4 16,-2 0-2-16,1-4 0 16,-1 0 7-16,0-6-9 15,1 0-5-15,4-4 4 16,-2-8-145-16,1-6-367 15</inkml:trace>
  <inkml:trace contextRef="#ctx0" brushRef="#br0" timeOffset="16255.62">13436 7781 697 0,'0'0'43'16,"0"0"-29"-16,82-32-4 15,-48 20 6-15,0 0-13 16,-1 2-3-16,-5-1-12 16,-3 2-62-16,-8 0-60 15,-8 0-27-15,-7-4 17 0,-2-2-39 16</inkml:trace>
  <inkml:trace contextRef="#ctx0" brushRef="#br0" timeOffset="16494.64">13666 7565 105 0,'0'0'131'16,"0"0"5"-16,-36-76-40 0,28 54-33 15,3 5-7-15,1 6 42 16,3 7-10-16,1 2-16 15,0 2-37-15,0 0-25 16,0 0 12-16,0 0-14 16,4 6-8-16,14 16 1 15,6 9 16-15,1 10-6 16,0 11-2-16,-6 3-7 15,-8 7-2-15,-8 1 3 0,-3 5-8 16,-13-2 3 0,-17 0-44-16,-4-5-93 0,-3-12-249 15</inkml:trace>
  <inkml:trace contextRef="#ctx0" brushRef="#br0" timeOffset="18668.86">9297 6757 271 0,'0'0'94'16,"0"0"-75"-16,0 0-18 0,0 0 3 15,0 0 53-15,0 0-25 16,-3-3-19-16,3 3-1 15,0 0-7-15,0 0 9 16,0 0-1-16,0 0-1 16,0 0-5-16,0 0-6 15,0-2-1-15,14 2 0 16,18-5-2-16,20-2 2 15,23-4 29-15,17-5-28 16,10-3-1-16,-3-1-2 16,-6 3-3-16,-17 3 4 15,-10 6 0-15,-11 1 0 0,-11 0-50 16,-8 4 42-16,-13 0-4 15,-8 2 11-15,-9 1 0 16,-5 0 4-16,1-2 0 16,1 1-2-16,5-6-42 15,3 0-227-15</inkml:trace>
  <inkml:trace contextRef="#ctx0" brushRef="#br0" timeOffset="21975.19">12948 6096 378 0,'0'0'91'16,"0"0"-62"-16,0 0 4 15,0 0 61-15,0 0 19 16,0 0-59-16,0 0-26 16,0 0-10-16,0 0-3 15,0 0-4-15,0 0-2 16,0 0 7-16,0-3-13 15,-4-4 10-15,-4 0-12 16,-1-5 0-16,-4-2 0 16,-2-3-1-16,-8-5-2 0,-5-4 2 15,-5-3 3-15,-6-2-3 16,-5-3 0-16,-3-1-1 15,-5 1 1-15,-1 0-1 16,-4 3 1-16,-3 3 0 16,0 0 4-16,2 6-4 15,3 1-1-15,8 4 1 16,5 5 0-16,6 1 6 15,1 3-5-15,0 2-1 16,-4 5-5-16,-7 1 4 16,-13 0-2-16,-6 7 3 15,-7 6 0-15,2 1 0 0,3-1-6 16,3 0 5-16,4 0 2 15,2 0-2-15,0 2 1 16,1-3 0-16,2 4-1 16,-1 1 1-16,0-1 0 15,1 1 0-15,0 2 0 16,1-2-2-16,2 3 2 15,4 0 5-15,2 0-5 16,4 2 0-16,5 2 0 16,0-4-1-16,1 1 1 15,2 1 0-15,1-3 1 16,1-2 1-16,4 0-2 15,3-1-5-15,1 0 5 16,3-1 0-16,0-1 0 16,3-2 0-16,3-3-1 0,1-2 1 15,4 1 0-15,4-6 0 16,2-1 0-16,1 1 1 15,1-2-1-15,-2 0 0 16,3 0 1-16,-1 0 0 16,-1 0 0-16,0 0-1 15,0-7-4-15,2-4-6 16,-1 0-2-16,2-4 5 15,0-2-2-15,0 0-7 16,0-5-4-16,2 1 20 16,7-3-4-16,-1-1 8 15,1 4-3-15,-3 1 4 0,1 6-5 16,-3 8-6-16,-1 3 6 15,-2 3 2 1,-1 0-2-16,0 0-3 0,0 0-4 16,0 0 6-16,0 0-1 15,0 0-1-15,-1 9-3 16,-9 12 5-16,-1 5 1 15,-4 8 0-15,0 1-1 16,0-1 2-16,2-1-2 16,2-4 2-16,3-4-1 15,3-4 0-15,3-6 0 16,2-1 0-16,0-3 0 15,5 0-1-15,14-5-1 16,14-1-4-16,11-5 5 0,12 0 0 16,7 0-11-16,-3-2 7 15,-5-2-50-15,-8 2-58 16,-9 2-19-16,-9 0-56 15</inkml:trace>
  <inkml:trace contextRef="#ctx0" brushRef="#br0" timeOffset="23026.3">9138 6764 298 0,'0'0'53'16,"0"0"-44"-16,0 0 1 0,0 0 75 16,0 0 16-16,0 0-30 15,0 0-31-15,-15 0-10 16,15 0 15-16,3 0-45 15,20-5 4-15,19-5-4 16,22-4 9-16,19-6 7 16,19-2-12-16,20-8 15 15,18 1-3-15,5 2 11 16,3 7-22-16,-14 8 3 15,-22 7-3-15,-14 2-5 16,-13 3-10-16,-4-3-1 16,-4 0-7-16,-4-2-23 15,-8-2-33-15,-9-1 15 0,-8-2 44 16,-12 1 10-16,-10 2 5 15,-9 4 0-15,-9 0 10 16,-4 3-10-16,-4 0 13 16,0 0 24-16,0 0 14 15,0 0-21-15,0 0-9 16,0 0-1-16,0 0-14 15,0 0-6-15,0-1-21 16,0-2-74-16,-6-2-100 16,-4 1-178-16</inkml:trace>
  <inkml:trace contextRef="#ctx0" brushRef="#br0" timeOffset="23978.39">9380 6475 385 0,'0'0'65'15,"0"0"-65"-15,0 0 2 16,0 0 1-16,0 0 60 16,0 0-20-16,-34 0-14 15,34-1-18-15,0 1 4 16,0 0 28-16,0-2-25 15,1 1-18-15,21-1-6 16,16-3 6-16,17-2 21 16,15-1-5-16,14-4-5 15,8-2-5-15,8-3 3 16,2 0-2-16,-1-2 15 15,-9 2-20-15,-7 0 4 0,-14 2-1 16,-15 3 3 0,-12 2-7-16,-14 4 0 0,-10 2 1 15,-11 2 2-15,-4 2-4 16,-4 0 0-16,-1 0-1 15,0 0 2-15,0 0 4 16,0 0-2-16,0 0 6 16,0 0-9-16,0 0-29 15,-3 0-138-15,-4-7-154 16</inkml:trace>
  <inkml:trace contextRef="#ctx0" brushRef="#br0" timeOffset="24777.47">9525 6222 243 0,'0'0'112'0,"0"0"-97"0,0 0-11 16,0 0 36-1,0 0 38-15,0 0-41 0,0 0-18 16,0 0-2-16,0 0 27 15,0 0 26-15,0 0-16 16,0 0-20-16,0 0 0 16,0 0-8-16,0 0-5 15,0 0-6-15,0 0-5 16,0 0-6-16,0 0-1 15,0 0-3-15,0 0 0 16,15-1-10-16,12-7 10 16,16-1 8-16,8-2-3 15,7 1-5-15,1 1 7 16,0 1-7-16,-1 3 0 15,-3-2 1-15,3-2 0 16,-1-3-1-16,0 0-2 16,-1-3-2-16,-4 1 4 0,-6-1 0 15,-8 5 5-15,-11 3 0 16,-11 3-5-16,-7 3-3 15,-5-1 3-15,-2 2 1 16,-1 0 1-16,2 0-2 16,0 0 0-16,2 0-4 15,0 0 2-15,-1 0-2 16,2 0-77-16,-5 0-125 15,-1 0-356-15</inkml:trace>
  <inkml:trace contextRef="#ctx0" brushRef="#br0" timeOffset="28305.83">9561 7775 458 0,'0'0'55'0,"0"0"-36"16,0 0 14-16,0 0 106 15,0 0-37-15,0 0-53 16,0 0-32-16,0 0-6 16,0 0 7-16,0 0 5 15,0 0-10-15,0-3-5 16,0-3-8-16,1-3 1 15,8-6-1-15,4-2 0 16,7 2 1-16,2 3 4 0,4 2-3 16,-4 5-4-1,-2 5-2-15,-3 0-5 0,0 6-1 16,-2 15 7-16,-2 4 3 15,-1 1 0-15,-8 1 0 16,-4-5 0-16,0-2 0 16,0-3 1-16,-4-3 1 15,-8-3-2-15,2-4 1 16,0-4 1-16,4-2 1 15,1-1-1-15,2 0 11 16,-2-13-13-16,4-10-4 16,1-10-25-16,0-4 25 15,0-2-3-15,10 3 4 16,5 5-3-16,0 8 3 15,3 4 3-15,0 8 0 0,-2 1 5 16,0 5-5-16,-2 1-3 16,2 4-9-16,-2 0 2 15,2 0 10-15,-1 9 1 16,0 4-1-16,0 4 0 15,-4 2 3-15,-1 2-3 16,-3 4-6-16,-2 0 5 16,-2-1 1-16,-3-1 0 15,0-3 3-15,0-4-3 16,0 0 1-16,0-2-1 15,0 1 0-15,1-4-38 16,7-1-143-16,-1-6-84 0</inkml:trace>
  <inkml:trace contextRef="#ctx0" brushRef="#br0" timeOffset="28542.85">10129 7718 702 0,'0'0'82'0,"0"0"-79"15,0 0 2-15,0 0 25 16,0 0-7-16,0 0-23 0,91-37-7 15,-57 27-43-15,-1 4-152 16,-6-2-82-16</inkml:trace>
  <inkml:trace contextRef="#ctx0" brushRef="#br0" timeOffset="28748.87">10332 7579 577 0,'0'0'109'0,"0"0"-22"16,0 0-35-16,0 0 6 15,0 0-14-15,0 0-24 16,-9-12-20-16,9 17-5 15,0 13 2-15,0 7 3 16,0 6 11-16,0 2-5 16,3-2-3-16,1 0-3 15,3-1 0-15,-2-2 0 0,-2 0-34 16,-3-5-98-16,0-3-189 15</inkml:trace>
  <inkml:trace contextRef="#ctx0" brushRef="#br0" timeOffset="29102.91">9553 7596 433 0,'0'0'56'0,"0"0"-31"15,0 0-21-15,0 0-1 16,0 0 17-16,0 0 34 16,-80 78-20-16,78-30 0 15,2 11-15-15,0 0 2 16,9 1 0-16,13-2-16 15,7-7 4-15,2-6-9 16,11-6-2-16,7-10-38 16,6-13-97-16,5-14-107 15</inkml:trace>
  <inkml:trace contextRef="#ctx0" brushRef="#br0" timeOffset="29365.93">10581 7432 803 0,'0'0'34'0,"0"0"-34"16,0 0 0-16,82-7 6 15,-54 17-4-15,1 21 0 0,-7 13-2 16,-8 11 0-16,-10 7 0 16,-4 0 1-16,-6-2-1 15,-18 1-21-15,-3-7-107 16,-7-7-139-16</inkml:trace>
  <inkml:trace contextRef="#ctx0" brushRef="#br0" timeOffset="30577.05">14705 5649 670 0,'0'0'70'0,"0"0"-53"15,0 0-14-15,0 0 39 16,0 0-9-16,0 0-30 15,72-23 3-15,-32 17-6 16,-3 3-82-16,-5 3-129 16,-13 0-69-16</inkml:trace>
  <inkml:trace contextRef="#ctx0" brushRef="#br0" timeOffset="30731.07">14756 5762 342 0,'0'0'11'0,"0"0"-5"0,0 0 55 16,0 0-6-16,0 0-2 15,0 0-2-15,118 12-22 16,-63-21-29-16,1-6-105 16</inkml:trace>
  <inkml:trace contextRef="#ctx0" brushRef="#br0" timeOffset="31321.12">15563 5475 443 0,'0'0'32'16,"0"0"-20"-16,0 0-11 15,0 0 12-15,0 0 41 16,0 0 19-16,94-78-31 16,-66 73-35-16,0 5 9 15,-1 0-16-15,-4 0-1 0,-4 17-4 16,-5 8 0-16,-7 5 5 15,-7 5-2-15,0 0 2 16,-18 2 0-16,-13-1 1 16,-10-3 2-16,-9-3-2 15,-1-8 8-15,3-2 1 16,7-8-2-16,9-3 3 15,13-4 3-15,4-5 11 16,7 0-15-16,5 0 31 16,3-2-17-16,0-10-24 15,0 1-2-15,15 0 2 16,5 4 1-16,2 5-1 0,-2 2 0 15,0 0 0-15,1 7-9 16,0 12 7-16,3 3 1 16,0 7-6-16,3 2 14 15,2 0-5-15,1-1-2 16,5-6-103-16,-3-10-157 15</inkml:trace>
  <inkml:trace contextRef="#ctx0" brushRef="#br0" timeOffset="31636.16">16112 5426 816 0,'0'0'34'0,"0"0"-19"16,0 0-15-16,0 0-1 16,0 0 0-16,0 0 2 15,3 52 14-15,3-17 4 16,-2 3-18-16,1-1 1 15,0-2 6-15,-2-1-7 16,-1-1 0-16,-1-4-2 16,-1-1-8-16,2-5-98 15,1-11-171-15</inkml:trace>
  <inkml:trace contextRef="#ctx0" brushRef="#br0" timeOffset="32664.26">15925 5450 440 0,'0'0'29'16,"0"0"9"-16,0 0 20 15,0 0 91-15,0 0-59 16,0 0-48-16,-18-14-42 15,38 7 5-15,14-2-5 16,14-2 4-16,4 2-4 16,-5 1-10-16,-8 2-16 15,-9 3-6-15,-9 3-11 0,-9 0-23 16,-4 0-23-16,-5 0 6 15,0 0-9-15,1 0-121 16</inkml:trace>
  <inkml:trace contextRef="#ctx0" brushRef="#br0" timeOffset="32961.28">16485 5288 276 0,'0'0'318'0,"0"0"-262"16,0 0-47-16,0 0 28 16,0 0 47-16,0 0-29 15,-48 23-44-15,34 5-9 16,2 8 10-16,4 1-2 15,3 4 0-15,5-2-6 16,0 0 5-16,5-2-9 16,14-3-4-16,5-4-34 15,1-6-97-15,-1-12-152 16</inkml:trace>
  <inkml:trace contextRef="#ctx0" brushRef="#br0" timeOffset="33423.34">16549 5494 372 0,'0'0'236'16,"0"0"-196"-16,0 0-24 16,0 0 8-16,-9-85 35 15,21 76-1-15,7 1-39 16,5 6-19-16,3 2 1 15,-3 0-1-15,0 9-4 16,-4 9-11-16,-5 7 15 16,-3 3-2-16,-7 1 2 15,-5-3-1-15,0-4-1 16,0-5 2-16,-5-3 2 0,-5-6-2 15,-1-1 0-15,2-5 3 16,1-2 1-16,2 0-4 16,3 0 6-16,1-10-5 15,2-10-1-15,0-5-9 16,0-6 2-16,12 0 6 15,7 3-2-15,2 2 2 16,1 9 0-16,-2 5-2 16,1 9 3-16,0 3 2 15,-5 0-2-15,3 0-1 16,0 15-13-16,-3 2 13 15,-4 4-2-15,-2 1 4 16,-4 2-4-16,-3-4 5 16,-1 1-2-16,-2-2 1 15,0-2 1-15,1 0-2 0,2-2-13 16,3-11-201-16</inkml:trace>
  <inkml:trace contextRef="#ctx0" brushRef="#br0" timeOffset="33630.36">17048 5495 805 0,'0'0'42'0,"0"0"-30"0,0 0-12 15,0 0 10-15,111-28-10 16,-67 25-22-16,0-3-196 16,-7-4-350-16</inkml:trace>
  <inkml:trace contextRef="#ctx0" brushRef="#br0" timeOffset="33865.38">17244 5296 781 0,'0'0'47'15,"0"0"-47"-15,0 0 2 16,0 0-2-16,0 0 22 16,0 0 1-16,-2 96-12 15,11-62-7-15,1 2-2 0,0 1-1 16,-4-1 0-16,-2 0-1 15,-2 2 0-15,-2-6-30 16,0-10-175-16,0-8-412 16</inkml:trace>
  <inkml:trace contextRef="#ctx0" brushRef="#br0" timeOffset="34175.41">17299 5193 793 0,'0'0'17'0,"0"0"-10"16,0 0 14-16,0 0 16 15,0 0-23-15,0 0-14 16,106 28 0-16,-63 8 2 16,-4 12-1-16,-3 5 3 15,-5 3-1-15,-6 0-2 16,-10-1 1-16,-12-6-4 15,-3-2 3-15,-16-2-2 16,-14-4 1-16,-7-5-1 16,-4 0-38-16,4-7-111 15,9-9-106-15</inkml:trace>
  <inkml:trace contextRef="#ctx0" brushRef="#br0" timeOffset="34619.46">18149 5317 522 0,'0'0'79'0,"0"0"4"16,0 0-43-16,0 0 49 15,0 0-19-15,0 0-27 16,0-7-23-16,0 7-19 15,0 0-2-15,0 19 0 16,0 11 1-16,0 8 3 16,-1 4 3-16,-2 1-6 15,-1-2 9-15,4-2-8 0,0 1-1 16,0-3 0-16,0-1-10 15,0-4-89-15,0-12-269 16</inkml:trace>
  <inkml:trace contextRef="#ctx0" brushRef="#br0" timeOffset="34861.48">17975 5503 641 0,'0'0'162'0,"0"0"-138"16,0 0-18-16,0 0-6 16,0 0 37-16,91-45-23 15,-36 40 2-15,6 2-15 16,0 1-1-16,-3 2-61 15,-10 0-65-15,-5-2-93 16,-8-3-276-16</inkml:trace>
  <inkml:trace contextRef="#ctx0" brushRef="#br0" timeOffset="35162.51">18647 5264 547 0,'0'0'53'0,"0"0"39"15,0 0-11-15,0 0-15 16,0 0 8-16,0 0-30 15,0-7-28-15,0 7-7 16,0 0-9-16,0 17-7 16,2 14 7-16,5 17 2 15,-2 13 8-15,2 6-6 16,1 3 0-16,-1 6-4 0,0 1-8 15,-2-2-110-15,-2-5-235 16</inkml:trace>
  <inkml:trace contextRef="#ctx0" brushRef="#br0" timeOffset="36188.61">7984 7573 106 0,'0'0'31'15,"0"0"-31"-15</inkml:trace>
  <inkml:trace contextRef="#ctx0" brushRef="#br0" timeOffset="38774.87">7976 6777 55 0,'0'0'15'16,"0"0"-12"-16,0 0 0 15,0 0 37-15,0 0 10 16,0 0 34-16,-19 3-17 15,16-3-50-15,0 0-7 16,0 0-4-16,-1 0 8 16,1-3-13-16,-2-4 4 15,4 0-5-15,1-2-10 16,0-3 5-16,0-1-5 15,0-3 1-15,12-4-7 0,1-3 15 16,6-2 1-16,5-3-10 16,6-2 5-16,4 2-14 15,4 0 11-15,2 0-2 16,6 1 10-16,2 1 6 15,6-1 3-15,7 0-8 16,5 1 3-16,8 4 37 16,4 0-30-16,1 5 9 15,-2 3-15-15,-8 7 14 16,-10 7-19-16,-9 0 0 15,-7 11-6-15,-7 14 6 16,-5 1-1-16,-3 1 3 0,-2-1 3 16,-7-1-4-1,-1-8-1-15,-4-3 3 0,-4-3-6 16,-7-7 7-16,0-3-5 15,-3 0 4-15,0-1 1 16,0 0 2-16,0 0-2 16,0 0 22-16,0 0 7 15,0-9-17-15,0-6-16 16,-3-3-10-16,-3-2 9 15,-4 1-17-15,2-2-3 16,-1 2 2-16,-1 2 0 16,-1 3 19-16,-1 3 1 15,-1 2 20-15,-1 1-17 16,1 1 5-16,3 1 17 15,-1 0-3-15,1-2-10 0,2 0-5 16,-1 1 3-16,3 2 37 16,-1 2-27-16,4-1 10 15,2 3-11-15,-1 1 10 16,2 0-17-16,0 0-13 15,0 0-1-15,0 0-10 16,0 0-2-16,13 8 11 16,4 4 2-16,5 4 0 15,5-1 6-15,3 0-6 16,1 2 0-16,2-5-3 15,-2 0-19-15,-4-2-23 16,-7-4 14-16,-9-3 5 0,-6 0 2 16,-5-3 15-1,0 0 6-15,0 0 3 0,-11 0 5 16,-6 2-4-16,-1-2 5 15,0 0-3-15,0 0 5 16,4 0 2-16,0 0-5 16,2 2-3-16,-1 3-4 15,-1 3 3-15,3 5-2 16,1 0-9-16,4-1-98 15</inkml:trace>
  <inkml:trace contextRef="#ctx0" brushRef="#br0" timeOffset="39624.96">8415 7533 312 0,'0'0'13'0,"-83"-17"20"0,41 15-31 15,1 2 9-15,0 3 14 16,0 13 25-16,1 9-15 16,-4 4-7-16,2 7-12 15,4 3 4-15,7 5 1 16,10 5 0-16,14 6 6 15,7 5-9-15,0 5 6 16,19-2-3-16,14-3-17 16,16-6 1-16,11-13-3 15,9-12-4-15,8-18 1 16,1-11 1-16,1-16-15 15,-5-18-33-15,-2-7-20 16,-7-5 22-16,-7-10 30 0,-7-1 6 16,-9-5 9-1,-14-2 1-15,-13 1-5 0,-15-2 5 16,0 1-1-16,-26-1 1 15,-10 5 32-15,-8 6 14 16,-3 8 10-16,-3 13 1 16,3 9 4-16,0 9-38 15,6 9 4-15,2 6-18 16,1 0-9-16,4 14-5 15,0 13-1-15,4 5-6 16,6 12-4-16,2 7-30 16,4 4-35-16,8-1-18 15,4-4-35-15,2-11-253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9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78400" y="6492876"/>
            <a:ext cx="6096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01782" y="2245294"/>
            <a:ext cx="4188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Unit-3</a:t>
            </a:r>
          </a:p>
          <a:p>
            <a:r>
              <a:rPr lang="en-US" sz="3600" b="1" dirty="0">
                <a:solidFill>
                  <a:schemeClr val="bg1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Divide and Conquer Algorithm</a:t>
            </a:r>
            <a:endParaRPr lang="en-US" sz="3600" b="1" dirty="0">
              <a:solidFill>
                <a:schemeClr val="bg1"/>
              </a:solidFill>
              <a:latin typeface="Swis721 Cn BT" panose="020B050602020203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28944" y="4487342"/>
            <a:ext cx="405675" cy="29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7">
            <a:extLst>
              <a:ext uri="{FF2B5EF4-FFF2-40B4-BE49-F238E27FC236}">
                <a16:creationId xmlns:a16="http://schemas.microsoft.com/office/drawing/2014/main" id="{2364638C-97FF-409E-B60F-C549459DF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3"/>
            <a:ext cx="7803275" cy="3740801"/>
          </a:xfrm>
        </p:spPr>
        <p:txBody>
          <a:bodyPr>
            <a:normAutofit/>
          </a:bodyPr>
          <a:lstStyle/>
          <a:p>
            <a:br>
              <a:rPr lang="en-US" sz="5400" b="0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br>
              <a:rPr lang="en-US" sz="5400" b="0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5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Recurrence Relation</a:t>
            </a:r>
          </a:p>
        </p:txBody>
      </p:sp>
    </p:spTree>
    <p:extLst>
      <p:ext uri="{BB962C8B-B14F-4D97-AF65-F5344CB8AC3E}">
        <p14:creationId xmlns:p14="http://schemas.microsoft.com/office/powerpoint/2010/main" val="3309420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Homogeneous Recurrence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Recurrence equation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−1)+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−2)+⋯+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</m:t>
                    </m:r>
                  </m:oMath>
                </a14:m>
                <a:endParaRPr lang="en-US" dirty="0"/>
              </a:p>
              <a:p>
                <a:pPr algn="l"/>
                <a:r>
                  <a:rPr lang="en-US" dirty="0"/>
                  <a:t>The equation of degree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called the characteristic equation of the recurrence,</a:t>
                </a:r>
              </a:p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    {</a:t>
                </a:r>
                <a:r>
                  <a:rPr lang="en-US" sz="1600" dirty="0"/>
                  <a:t>degree=n-(n-k)=&gt;k</a:t>
                </a:r>
                <a:r>
                  <a:rPr lang="en-US" dirty="0"/>
                  <a:t>} </a:t>
                </a:r>
              </a:p>
              <a:p>
                <a:pPr algn="l"/>
                <a:r>
                  <a:rPr lang="en-US" dirty="0"/>
                  <a:t>Which can be factorized as,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algn="l"/>
                <a:r>
                  <a:rPr lang="en-US" dirty="0"/>
                  <a:t>The solution of recurrence is given as, 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105400" y="5181600"/>
            <a:ext cx="1905000" cy="1066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7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Fibonacci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3"/>
          <p:cNvSpPr txBox="1">
            <a:spLocks noGrp="1"/>
          </p:cNvSpPr>
          <p:nvPr>
            <p:ph idx="1"/>
          </p:nvPr>
        </p:nvSpPr>
        <p:spPr>
          <a:xfrm>
            <a:off x="1714500" y="990601"/>
            <a:ext cx="8763000" cy="3154069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fibiter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(n)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← 1; j ← 0;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for k ← 1 to n do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	j ← 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+ j;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← j – 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	return 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14500" y="4378304"/>
                <a:ext cx="8763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Iterative Algorithm for Fibonacci series: </a:t>
                </a:r>
                <a:r>
                  <a:rPr lang="en-US" sz="2400" dirty="0"/>
                  <a:t>If we count all arithmetic operations at unit cost; the instructions inside </a:t>
                </a:r>
                <a:r>
                  <a:rPr lang="en-US" sz="2400" i="1" dirty="0"/>
                  <a:t>for</a:t>
                </a:r>
                <a:r>
                  <a:rPr lang="en-US" sz="2400" dirty="0"/>
                  <a:t> loop take constant time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. The time taken by the for loop is bounded above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.,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𝒏𝒄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0" y="4378304"/>
                <a:ext cx="8763000" cy="1938992"/>
              </a:xfrm>
              <a:prstGeom prst="rect">
                <a:avLst/>
              </a:prstGeom>
              <a:blipFill>
                <a:blip r:embed="rId2"/>
                <a:stretch>
                  <a:fillRect l="-1043" t="-2516" r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2532268" y="5514976"/>
            <a:ext cx="838200" cy="381000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8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Fibonacci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large, then time needed to execute addition operation </a:t>
                </a:r>
                <a:r>
                  <a:rPr lang="en-US" dirty="0">
                    <a:solidFill>
                      <a:schemeClr val="accent1"/>
                    </a:solidFill>
                  </a:rPr>
                  <a:t>increases linearly with the length of operand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At the end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𝑡h</m:t>
                    </m:r>
                  </m:oMath>
                </a14:m>
                <a:r>
                  <a:rPr lang="en-US" dirty="0"/>
                  <a:t> iteration, 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 per De </a:t>
                </a:r>
                <a:r>
                  <a:rPr lang="en-US" dirty="0" err="1"/>
                  <a:t>Moivre’s</a:t>
                </a:r>
                <a:r>
                  <a:rPr lang="en-US" dirty="0"/>
                  <a:t> formula the size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.</a:t>
                </a:r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𝑡h</m:t>
                    </m:r>
                  </m:oMath>
                </a14:m>
                <a:r>
                  <a:rPr lang="en-US" dirty="0"/>
                  <a:t> iteration takes time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be some constant such that this time is bounded above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time taken by </a:t>
                </a:r>
                <a:r>
                  <a:rPr lang="en-US" i="1" dirty="0" err="1"/>
                  <a:t>fibiter</a:t>
                </a:r>
                <a:r>
                  <a:rPr lang="en-US" dirty="0"/>
                  <a:t> algorithm is bounded above by,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l-G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l-G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914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1" y="49302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105400" y="5562600"/>
            <a:ext cx="1981200" cy="53340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5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Fibonacci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Recursive Algorithm for Fibonacci series,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r>
                  <a:rPr lang="it-IT" dirty="0"/>
                  <a:t>The recurrence equation of above algorithm is given as,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𝐶𝑜𝑛𝑠𝑡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 (1/2)   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dirty="0"/>
              </a:p>
              <a:p>
                <a:r>
                  <a:rPr lang="en-US" dirty="0"/>
                  <a:t>The recurrence can be re-written as,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889760" y="1600200"/>
            <a:ext cx="8412480" cy="1580048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300"/>
              </a:spcAft>
              <a:buNone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Function fibrec(n)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>
                <a:latin typeface="Consolas" pitchFamily="49" charset="0"/>
                <a:cs typeface="Consolas" pitchFamily="49" charset="0"/>
              </a:rPr>
              <a:t>	if n &lt; 2 then return 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b="1">
                <a:latin typeface="Consolas" pitchFamily="49" charset="0"/>
                <a:cs typeface="Consolas" pitchFamily="49" charset="0"/>
              </a:rPr>
              <a:t>	else return fibrec (n – 1) + fibrec (n – 2)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2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Fibonacci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characteristic polynomial is,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−1=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Whose roots are,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/>
                  <a:t>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1−</m:t>
                        </m:r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dirty="0"/>
                  <a:t>The general solution is therefore of the form,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Substituting initial values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     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=1      (2)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8153400" y="3505200"/>
                <a:ext cx="2057400" cy="13716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505200"/>
                <a:ext cx="2057400" cy="1371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689273" y="1066800"/>
                <a:ext cx="2781300" cy="1295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273" y="1066800"/>
                <a:ext cx="2781300" cy="1295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3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Fibonacci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Solving these equations, we obtain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Substituting the values of roots and constants,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………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Moivre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formula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r>
                  <a:rPr lang="en-US" b="1" dirty="0"/>
                  <a:t>Time taken for recursive Fibonacci algorithm grows exponentially.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105400" y="3581400"/>
            <a:ext cx="1981200" cy="53340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7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Tower of Hanoi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5561646" y="1920240"/>
            <a:ext cx="914400" cy="365760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76000">
                <a:srgbClr val="C00000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689" y="1371600"/>
            <a:ext cx="3486150" cy="1295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789" y="1371601"/>
            <a:ext cx="3590925" cy="1266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689" y="4130358"/>
            <a:ext cx="3486150" cy="13430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363" y="4177982"/>
            <a:ext cx="3562350" cy="1295400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 rot="5400000">
            <a:off x="8260080" y="3398520"/>
            <a:ext cx="914400" cy="365760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76000">
                <a:srgbClr val="0070C0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10800000">
            <a:off x="5561647" y="4511039"/>
            <a:ext cx="914400" cy="365760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76000">
                <a:srgbClr val="8AAC46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/>
              <p14:cNvContentPartPr/>
              <p14:nvPr/>
            </p14:nvContentPartPr>
            <p14:xfrm>
              <a:off x="2686320" y="1869480"/>
              <a:ext cx="4045320" cy="1080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9480" y="1860840"/>
                <a:ext cx="4059360" cy="109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184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Tower of Hanoi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0302" y="4202308"/>
            <a:ext cx="4147719" cy="1371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660" y="3053654"/>
            <a:ext cx="381000" cy="838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1554480"/>
            <a:ext cx="3566160" cy="10972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690" y="1554480"/>
            <a:ext cx="3883511" cy="10972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943600" y="1526282"/>
            <a:ext cx="381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8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Tower of Hanoi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number of movements of a ring required in the tower of Hanoi problem is given by,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0                 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equation can be written as,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    (1)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convert it into homogeneous equation,</a:t>
                </a:r>
              </a:p>
              <a:p>
                <a:pPr lvl="1"/>
                <a:r>
                  <a:rPr lang="en-US" dirty="0">
                    <a:solidFill>
                      <a:srgbClr val="0066FF"/>
                    </a:solidFill>
                  </a:rPr>
                  <a:t>Multiply with -1 and replace m by m-1,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   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Solving equations (1) and (2), we have 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8077200" y="3048000"/>
            <a:ext cx="2057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Inhomogeneous equation</a:t>
            </a:r>
          </a:p>
        </p:txBody>
      </p:sp>
    </p:spTree>
    <p:extLst>
      <p:ext uri="{BB962C8B-B14F-4D97-AF65-F5344CB8AC3E}">
        <p14:creationId xmlns:p14="http://schemas.microsoft.com/office/powerpoint/2010/main" val="179659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Tower of Hanoi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characteristic polynomial is,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Whose roots are,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general solution is therefore of the form,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Substituting initial values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  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   (2)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Solving these linear equations we get c</a:t>
                </a:r>
                <a:r>
                  <a:rPr lang="en-US" baseline="-25000" dirty="0"/>
                  <a:t>1</a:t>
                </a:r>
                <a:r>
                  <a:rPr lang="en-US" dirty="0"/>
                  <a:t> = -1 and c</a:t>
                </a:r>
                <a:r>
                  <a:rPr lang="en-US" baseline="-25000" dirty="0"/>
                  <a:t>2</a:t>
                </a:r>
                <a:r>
                  <a:rPr lang="en-US" dirty="0"/>
                  <a:t> = 1.</a:t>
                </a:r>
              </a:p>
              <a:p>
                <a:r>
                  <a:rPr lang="en-US" dirty="0"/>
                  <a:t>Therefore time complexity of tower of Hanoi problem is given as,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858000" y="5791200"/>
            <a:ext cx="914400" cy="45720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6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C5D5-0763-43E0-A382-2903B511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Non-homogeneous recurrence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BE1DF0-D9DD-4CAF-BFA0-59BF6D976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Recurrence equation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−1)+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−2)+⋯+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IN" dirty="0"/>
                  <a:t>is called as recurrence of order k, where a</a:t>
                </a:r>
                <a:r>
                  <a:rPr lang="en-IN" baseline="-25000" dirty="0"/>
                  <a:t>0</a:t>
                </a:r>
                <a:r>
                  <a:rPr lang="en-IN" dirty="0"/>
                  <a:t>,a</a:t>
                </a:r>
                <a:r>
                  <a:rPr lang="en-IN" baseline="-25000" dirty="0"/>
                  <a:t>1</a:t>
                </a:r>
                <a:r>
                  <a:rPr lang="en-IN" dirty="0"/>
                  <a:t>,a</a:t>
                </a:r>
                <a:r>
                  <a:rPr lang="en-IN" baseline="-25000" dirty="0"/>
                  <a:t>2</a:t>
                </a:r>
                <a:r>
                  <a:rPr lang="en-IN" dirty="0"/>
                  <a:t>,…</a:t>
                </a:r>
                <a:r>
                  <a:rPr lang="en-IN" dirty="0" err="1"/>
                  <a:t>a</a:t>
                </a:r>
                <a:r>
                  <a:rPr lang="en-IN" baseline="-25000" dirty="0" err="1"/>
                  <a:t>k</a:t>
                </a:r>
                <a:r>
                  <a:rPr lang="en-IN" dirty="0"/>
                  <a:t> are constants, it is also known as k</a:t>
                </a:r>
                <a:r>
                  <a:rPr lang="en-IN" baseline="30000" dirty="0"/>
                  <a:t>th</a:t>
                </a:r>
                <a:r>
                  <a:rPr lang="en-IN" dirty="0"/>
                  <a:t> order linear recurrence relation.</a:t>
                </a:r>
              </a:p>
              <a:p>
                <a:pPr marL="0" indent="0">
                  <a:buNone/>
                </a:pPr>
                <a:r>
                  <a:rPr lang="en-IN" dirty="0"/>
                  <a:t>The solution of a given recurrence relation is given by:</a:t>
                </a:r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C00000"/>
                    </a:solidFill>
                  </a:rPr>
                  <a:t>Total solution </a:t>
                </a:r>
                <a:r>
                  <a:rPr lang="en-IN" dirty="0"/>
                  <a:t>or </a:t>
                </a:r>
                <a:r>
                  <a:rPr lang="en-IN" dirty="0">
                    <a:solidFill>
                      <a:srgbClr val="C00000"/>
                    </a:solidFill>
                  </a:rPr>
                  <a:t>general solution </a:t>
                </a:r>
                <a:r>
                  <a:rPr lang="en-IN" dirty="0"/>
                  <a:t>:= Homogeneous solution + Particular solution</a:t>
                </a:r>
              </a:p>
              <a:p>
                <a:pPr marL="0" indent="0">
                  <a:buNone/>
                </a:pPr>
                <a:r>
                  <a:rPr lang="en-IN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T(n) = T(n)</a:t>
                </a:r>
                <a:r>
                  <a:rPr lang="en-IN" b="1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IN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+T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(n)</a:t>
                </a:r>
                <a:r>
                  <a:rPr lang="en-IN" b="1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:endParaRPr lang="en-IN" b="1" i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Homogeneous solution(T(n)</a:t>
                </a:r>
                <a:r>
                  <a:rPr lang="en-IN" b="1" baseline="300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IN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calculate homogeneous solution by putting f(n)=0, and simply solves it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T(n)</a:t>
                </a:r>
                <a:r>
                  <a:rPr lang="en-IN" sz="2000" b="1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)+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−1)+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−2)+⋯+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3200" b="1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BE1DF0-D9DD-4CAF-BFA0-59BF6D976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5" t="-457" r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F6F1A-EA12-44A0-8F3A-B799E55B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9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6FE2E-A6D5-4A57-A61D-469E2DED3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914400"/>
            <a:ext cx="11684000" cy="54102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Particular solution(T(n)</a:t>
            </a:r>
            <a:r>
              <a:rPr lang="en-IN" b="1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it exist only when RHS of recurrence relation is non-zero. i.e. f(n)≠0.</a:t>
            </a:r>
          </a:p>
          <a:p>
            <a:pPr marL="0" indent="0"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If  f(n)≠0 we consider three possibility:</a:t>
            </a:r>
          </a:p>
          <a:p>
            <a:pPr lvl="1" indent="-342900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Case1: f(n) is constant</a:t>
            </a:r>
          </a:p>
          <a:p>
            <a:pPr lvl="1" indent="-342900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Case2: f(n) is polynomial of degree n</a:t>
            </a:r>
          </a:p>
          <a:p>
            <a:pPr lvl="1" indent="-342900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Case3: f(n) is exponential</a:t>
            </a:r>
          </a:p>
          <a:p>
            <a:pPr marL="0" indent="0">
              <a:buNone/>
            </a:pP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765C9-BA45-44F2-A32F-E9BE593E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11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7D4B6-8CD8-482B-A01D-D2C10CB0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962382"/>
            <a:ext cx="4724400" cy="4876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Particular solution(T(n)</a:t>
            </a:r>
            <a:r>
              <a:rPr lang="en-IN" b="1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00050" lvl="1" indent="0">
              <a:buNone/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Case1: f(n) is constant</a:t>
            </a:r>
          </a:p>
          <a:p>
            <a:pPr marL="1714500" lvl="3" indent="-457200">
              <a:buFont typeface="+mj-lt"/>
              <a:buAutoNum type="arabicPeriod"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find p by putting T(n)=p,</a:t>
            </a:r>
          </a:p>
          <a:p>
            <a:pPr marL="1714500" lvl="3" indent="-457200">
              <a:buFont typeface="+mj-lt"/>
              <a:buAutoNum type="arabicPeriod"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If fails, put T(n)=np</a:t>
            </a:r>
          </a:p>
          <a:p>
            <a:pPr marL="1714500" lvl="3" indent="-457200">
              <a:buFont typeface="+mj-lt"/>
              <a:buAutoNum type="arabicPeriod"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If fails, put T(n)=n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p…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19E14-E7DC-4402-B0E9-3064A57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408E8-E25A-4E58-B522-E95C1C8892FE}"/>
              </a:ext>
            </a:extLst>
          </p:cNvPr>
          <p:cNvSpPr txBox="1"/>
          <p:nvPr/>
        </p:nvSpPr>
        <p:spPr>
          <a:xfrm>
            <a:off x="5283200" y="1028343"/>
            <a:ext cx="6781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T(n)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-2T(n-1)+T(n-2)=1</a:t>
            </a:r>
          </a:p>
          <a:p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To calculate Particular solution 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put T(n)=P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P-2(P-1)+P-2=1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=&gt; 0=1 </a:t>
            </a:r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fail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put T(n)=</a:t>
            </a:r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nP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=&gt; nP-2(n-1)P+(n-2)P=1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=&gt; 0=1 </a:t>
            </a:r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fail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put T(n)=n</a:t>
            </a:r>
            <a:r>
              <a:rPr lang="en-IN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=&gt; n</a:t>
            </a:r>
            <a:r>
              <a:rPr lang="en-IN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P – 2(n-1)</a:t>
            </a:r>
            <a:r>
              <a:rPr lang="en-IN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P+(n-2)P=1 </a:t>
            </a:r>
            <a:endParaRPr lang="en-IN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=&gt; p=1/2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=&gt; Now put the value of P in solution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T(n)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=n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P=&gt;n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/2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7D4B6-8CD8-482B-A01D-D2C10CB0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962382"/>
            <a:ext cx="4724400" cy="4876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Particular solution(T(n)</a:t>
            </a:r>
            <a:r>
              <a:rPr lang="en-IN" b="1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00050" lvl="1" indent="0">
              <a:buNone/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Case2: f(n) is polynomial</a:t>
            </a:r>
          </a:p>
          <a:p>
            <a:pPr marL="1714500" lvl="3" indent="-457200">
              <a:buFont typeface="+mj-lt"/>
              <a:buAutoNum type="arabicPeriod"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T(n)=d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r>
              <a:rPr lang="en-IN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IN" sz="18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IN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baseline="30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endParaRPr lang="en-IN" sz="1800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714500" lvl="3" indent="-457200">
              <a:buFont typeface="+mj-lt"/>
              <a:buAutoNum type="arabicPeriod"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Find d0, d1, d2.. Y comparing the co-efficient 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19E14-E7DC-4402-B0E9-3064A57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408E8-E25A-4E58-B522-E95C1C8892FE}"/>
              </a:ext>
            </a:extLst>
          </p:cNvPr>
          <p:cNvSpPr txBox="1"/>
          <p:nvPr/>
        </p:nvSpPr>
        <p:spPr>
          <a:xfrm>
            <a:off x="5283200" y="1028343"/>
            <a:ext cx="6781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T(n)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-8T(n-1) =14n+5</a:t>
            </a:r>
          </a:p>
          <a:p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To calculate Particular solution 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put T(n)=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 – 8(d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(n-1))=14n+5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-7d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– 7d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n+8d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=5 + 14n</a:t>
            </a:r>
          </a:p>
          <a:p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=&gt; By comparing the coefficient of n</a:t>
            </a:r>
            <a:r>
              <a:rPr lang="en-IN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n</a:t>
            </a:r>
            <a:r>
              <a:rPr lang="en-IN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term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-7d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=14  =&gt; 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=-2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-7d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+8d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=5 =&gt;d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 -3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Now put the value of 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and d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to get the solution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T(n)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T(n)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 -3 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(-2)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0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7D4B6-8CD8-482B-A01D-D2C10CB0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962382"/>
            <a:ext cx="4724400" cy="4876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Particular solution(T(n)</a:t>
            </a:r>
            <a:r>
              <a:rPr lang="en-IN" b="1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IN" sz="2000" b="1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Case3: f(n) is exponential function       	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find d by putting T(n)=d*a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>
              <a:buNone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if homogeneous solution contains a  	term single </a:t>
            </a:r>
            <a:r>
              <a:rPr lang="en-IN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1800" baseline="30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then T(n)= n(d*a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</a:p>
          <a:p>
            <a:pPr marL="0" indent="0">
              <a:buNone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if contain two times then </a:t>
            </a:r>
          </a:p>
          <a:p>
            <a:pPr marL="0" indent="0">
              <a:buNone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		T(n)= n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(d*a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endParaRPr lang="en-IN" sz="1800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IN" dirty="0"/>
              <a:t>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19E14-E7DC-4402-B0E9-3064A57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408E8-E25A-4E58-B522-E95C1C8892FE}"/>
              </a:ext>
            </a:extLst>
          </p:cNvPr>
          <p:cNvSpPr txBox="1"/>
          <p:nvPr/>
        </p:nvSpPr>
        <p:spPr>
          <a:xfrm>
            <a:off x="5283200" y="1028343"/>
            <a:ext cx="6781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T(n)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-8T(n-1) =5 * 2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To calculate Particular solution 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put T(n)=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da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      {a=2}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– 8*d2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n-1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=5*2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en-IN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– 4*2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*d2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n-1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=5*2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– 4*d2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=5*2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=&gt;2</a:t>
            </a:r>
            <a:r>
              <a:rPr lang="en-IN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(d-4d)=5*2</a:t>
            </a:r>
            <a:r>
              <a:rPr lang="en-IN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=&gt; By comparing the coefficient of 2</a:t>
            </a:r>
            <a:r>
              <a:rPr lang="en-IN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en-IN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=&gt; d=-5/3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Now put the value of d to get the solution</a:t>
            </a:r>
          </a:p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T(n)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da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T(n)</a:t>
            </a:r>
            <a:r>
              <a:rPr lang="en-IN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= -3/2 *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N" sz="1800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en-IN" b="1" baseline="30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22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7243-B447-4E38-BF9F-42E44E96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Find the total solution: </a:t>
            </a:r>
            <a:r>
              <a:rPr lang="en-I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T(n)-8T(n-1) =14n+5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F210-92E8-4AAE-AF83-02BD4193A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14401"/>
            <a:ext cx="4622800" cy="2590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1.   Homogeneous solution(T(n)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T(n)-8T(n-1)=0</a:t>
            </a:r>
          </a:p>
          <a:p>
            <a:pPr marL="0" indent="0">
              <a:buNone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characteristic equation</a:t>
            </a:r>
          </a:p>
          <a:p>
            <a:pPr marL="0" indent="0">
              <a:buNone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X-8=0 , roots=(8)</a:t>
            </a:r>
          </a:p>
          <a:p>
            <a:pPr marL="0" indent="0">
              <a:buNone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T(n)</a:t>
            </a:r>
            <a:r>
              <a:rPr lang="en-IN" sz="1800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h 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 c</a:t>
            </a:r>
            <a:r>
              <a:rPr lang="en-IN" sz="18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8</a:t>
            </a:r>
            <a:r>
              <a:rPr lang="en-IN" sz="1800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5344F-A216-4C47-8E58-2B7C016A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D62000-15C3-4396-8CA2-5EAF54BDC24B}"/>
              </a:ext>
            </a:extLst>
          </p:cNvPr>
          <p:cNvSpPr txBox="1">
            <a:spLocks/>
          </p:cNvSpPr>
          <p:nvPr/>
        </p:nvSpPr>
        <p:spPr>
          <a:xfrm>
            <a:off x="7286627" y="892176"/>
            <a:ext cx="4622800" cy="3886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2.   Particular solution(T(n)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=&gt;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put T(n)= 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=&gt; 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 – 8(d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(n-1))=14n+5</a:t>
            </a:r>
          </a:p>
          <a:p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=&gt; -7d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– 7d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n+8d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=5 + 14n</a:t>
            </a:r>
          </a:p>
          <a:p>
            <a:r>
              <a:rPr lang="en-IN" sz="1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=&gt; By comparing the coefficient of n</a:t>
            </a:r>
            <a:r>
              <a:rPr lang="en-IN" sz="1800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n</a:t>
            </a:r>
            <a:r>
              <a:rPr lang="en-IN" sz="1800" baseline="30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term</a:t>
            </a:r>
          </a:p>
          <a:p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=&gt; -7d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=14  =&gt; 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=-2</a:t>
            </a:r>
          </a:p>
          <a:p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=&gt; -7d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+8d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=5 =&gt;d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 -3</a:t>
            </a:r>
          </a:p>
          <a:p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Now put the value of 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and 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to get the solution</a:t>
            </a:r>
          </a:p>
          <a:p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T(n)</a:t>
            </a:r>
            <a:r>
              <a:rPr lang="en-IN" sz="1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+d</a:t>
            </a:r>
            <a:r>
              <a:rPr lang="en-IN" sz="1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</a:p>
          <a:p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T(n)</a:t>
            </a:r>
            <a:r>
              <a:rPr lang="en-IN" sz="1800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 -3 + (-2)n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72F85B-6849-45E7-B42F-4DA573EF5644}"/>
              </a:ext>
            </a:extLst>
          </p:cNvPr>
          <p:cNvSpPr txBox="1">
            <a:spLocks/>
          </p:cNvSpPr>
          <p:nvPr/>
        </p:nvSpPr>
        <p:spPr>
          <a:xfrm>
            <a:off x="2971800" y="5502274"/>
            <a:ext cx="6426200" cy="117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Total solution(T(n))=(T(n)</a:t>
            </a:r>
            <a:r>
              <a:rPr lang="en-IN" sz="20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 + (T(n)</a:t>
            </a:r>
            <a:r>
              <a:rPr lang="en-IN" sz="20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T(n) =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c</a:t>
            </a:r>
            <a:r>
              <a:rPr lang="en-IN" sz="20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8</a:t>
            </a:r>
            <a:r>
              <a:rPr lang="en-IN" sz="20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IN" sz="2000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-3 + (-2)</a:t>
            </a:r>
            <a:r>
              <a:rPr lang="en-IN" sz="2000" b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en-IN" sz="2000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77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30732</TotalTime>
  <Words>1669</Words>
  <Application>Microsoft Office PowerPoint</Application>
  <PresentationFormat>Widescreen</PresentationFormat>
  <Paragraphs>196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Cambria Math</vt:lpstr>
      <vt:lpstr>Consolas</vt:lpstr>
      <vt:lpstr>Open Sans Extrabold</vt:lpstr>
      <vt:lpstr>Open Sans Semibold</vt:lpstr>
      <vt:lpstr>Roboto Condensed</vt:lpstr>
      <vt:lpstr>Swis721 Cn BT</vt:lpstr>
      <vt:lpstr>Wingdings</vt:lpstr>
      <vt:lpstr>Office Theme</vt:lpstr>
      <vt:lpstr>  Recurrence Relation</vt:lpstr>
      <vt:lpstr>Homogeneous Recurrence </vt:lpstr>
      <vt:lpstr>Analysis: Fibonacci series</vt:lpstr>
      <vt:lpstr>Analysis: Fibonacci series</vt:lpstr>
      <vt:lpstr>Analysis: Fibonacci series</vt:lpstr>
      <vt:lpstr>Analysis: Fibonacci series</vt:lpstr>
      <vt:lpstr>Analysis: Fibonacci series</vt:lpstr>
      <vt:lpstr>Analysis: Tower of Hanoi</vt:lpstr>
      <vt:lpstr>Analysis: Tower of Hanoi</vt:lpstr>
      <vt:lpstr>Analysis: Tower of Hanoi</vt:lpstr>
      <vt:lpstr>Analysis: Tower of Hanoi</vt:lpstr>
      <vt:lpstr>Non-homogeneous recurrence</vt:lpstr>
      <vt:lpstr>PowerPoint Presentation</vt:lpstr>
      <vt:lpstr>PowerPoint Presentation</vt:lpstr>
      <vt:lpstr>PowerPoint Presentation</vt:lpstr>
      <vt:lpstr>PowerPoint Presentation</vt:lpstr>
      <vt:lpstr>Find the total solution:  T(n)-8T(n-1) =14n+5</vt:lpstr>
    </vt:vector>
  </TitlesOfParts>
  <Company>Darshan Institute of Engg. &amp; Tech.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 of Computer Engineering (Why, What, When, Where, How)</dc:title>
  <dc:creator>Darshan Institute of Engg. &amp; Tech.</dc:creator>
  <cp:lastModifiedBy>Chandan Trivedi</cp:lastModifiedBy>
  <cp:revision>1489</cp:revision>
  <dcterms:created xsi:type="dcterms:W3CDTF">2013-05-17T03:00:03Z</dcterms:created>
  <dcterms:modified xsi:type="dcterms:W3CDTF">2023-10-18T16:52:28Z</dcterms:modified>
</cp:coreProperties>
</file>